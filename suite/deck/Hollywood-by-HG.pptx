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the deck states law, not features. Five laws, one per section, each backed by something the repository actually enforces or computes.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Enforced in suite/vco/applyPatch.ts. A patch that would break a structural invariant is rejected whole and the input graph is left untouched — proven by two of the self-check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Grade A means read directly from the file; B means inferred from file inventory. Full audit in suite/CONFORMANCE.md, including three code defects.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split the absorbed prototypes kept collapsing, which is how FrameForge and FrameLayer both became sequence products. Plate has no duration field; BoardSlot has no cast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`npm run suite:scene06` to reproduce these three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consequence: swapping Veo for Kling is an adapter change, not a project migration, because nothing vendor-shaped was ever stored as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invariant plate.master_derives_from_blocking rejects a master frame that has no blocking composite behind it — a master cannot appear from nowhere.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from `npm run suite:scene06`. The fixture is deliberately built one second short with three further failures, so "nearly done" and "deliverable" are visibly different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point that none of this is documentation-only: applyPatch rejects unlawful patches, the invariants are tested, and the delivery gate computes.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2217420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C99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66928"/>
            <a:ext cx="2217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HG-SUITE-SCRATCH-MAP-0926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Hollywood by HG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31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studio law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7432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tour of buttons. It is the set of rules that decide what is true, who may change it, and when a cut is finished.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041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One writer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139696" y="4041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Four objects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76472" y="4041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No Generate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13248" y="4041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Three locks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050024" y="4041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One gate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950208"/>
            <a:ext cx="8138160" cy="0"/>
          </a:xfrm>
          <a:prstGeom prst="line">
            <a:avLst/>
          </a:prstGeom>
          <a:noFill/>
          <a:ln w="12700">
            <a:solidFill>
              <a:srgbClr val="33353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740664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B312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74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 01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31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true until VCO records it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7160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 never writes. It returns a patch. VCO applies the patch, appends the events, and only then has anything happened.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79222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EnginePatch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1691640" cy="420624"/>
          </a:xfrm>
          <a:prstGeom prst="roundRect">
            <a:avLst>
              <a:gd name="adj" fmla="val 7609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02996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EDNA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40280" y="2240280"/>
            <a:ext cx="777240" cy="0"/>
          </a:xfrm>
          <a:prstGeom prst="line">
            <a:avLst/>
          </a:prstGeom>
          <a:noFill/>
          <a:ln w="12700">
            <a:solidFill>
              <a:srgbClr val="33353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2523744"/>
            <a:ext cx="1691640" cy="420624"/>
          </a:xfrm>
          <a:prstGeom prst="roundRect">
            <a:avLst>
              <a:gd name="adj" fmla="val 7609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52374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2734056"/>
            <a:ext cx="777240" cy="0"/>
          </a:xfrm>
          <a:prstGeom prst="line">
            <a:avLst/>
          </a:prstGeom>
          <a:noFill/>
          <a:ln w="12700">
            <a:solidFill>
              <a:srgbClr val="33353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3017520"/>
            <a:ext cx="1691640" cy="420624"/>
          </a:xfrm>
          <a:prstGeom prst="roundRect">
            <a:avLst>
              <a:gd name="adj" fmla="val 7609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0175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40280" y="3227832"/>
            <a:ext cx="777240" cy="0"/>
          </a:xfrm>
          <a:prstGeom prst="line">
            <a:avLst/>
          </a:prstGeom>
          <a:noFill/>
          <a:ln w="12700">
            <a:solidFill>
              <a:srgbClr val="33353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" y="3511296"/>
            <a:ext cx="1691640" cy="420624"/>
          </a:xfrm>
          <a:prstGeom prst="roundRect">
            <a:avLst>
              <a:gd name="adj" fmla="val 7609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1129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VCS-15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40280" y="3721608"/>
            <a:ext cx="777240" cy="0"/>
          </a:xfrm>
          <a:prstGeom prst="line">
            <a:avLst/>
          </a:prstGeom>
          <a:noFill/>
          <a:ln w="12700">
            <a:solidFill>
              <a:srgbClr val="33353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" y="4005072"/>
            <a:ext cx="1691640" cy="420624"/>
          </a:xfrm>
          <a:prstGeom prst="roundRect">
            <a:avLst>
              <a:gd name="adj" fmla="val 7609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0050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40280" y="4215384"/>
            <a:ext cx="777240" cy="0"/>
          </a:xfrm>
          <a:prstGeom prst="line">
            <a:avLst/>
          </a:prstGeom>
          <a:noFill/>
          <a:ln w="12700">
            <a:solidFill>
              <a:srgbClr val="33353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83280" y="2029968"/>
            <a:ext cx="2286000" cy="2395728"/>
          </a:xfrm>
          <a:prstGeom prst="roundRect">
            <a:avLst>
              <a:gd name="adj" fmla="val 1400"/>
            </a:avLst>
          </a:prstGeom>
          <a:solidFill>
            <a:srgbClr val="24262C"/>
          </a:solidFill>
          <a:ln w="12700">
            <a:solidFill>
              <a:srgbClr val="B312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0" y="21945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VCO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26151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applyPatch()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547872" y="2962656"/>
            <a:ext cx="1956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writer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— all or nothing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unlawful patches whole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3227832"/>
            <a:ext cx="777240" cy="0"/>
          </a:xfrm>
          <a:prstGeom prst="line">
            <a:avLst/>
          </a:prstGeom>
          <a:noFill/>
          <a:ln w="15875">
            <a:solidFill>
              <a:srgbClr val="C9962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29400" y="2029968"/>
            <a:ext cx="2011680" cy="2395728"/>
          </a:xfrm>
          <a:prstGeom prst="roundRect">
            <a:avLst>
              <a:gd name="adj" fmla="val 1591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221284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Append-only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793992" y="294436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edited. Never deleted. The record of how canon became canon — and engines may propose it, but only a human locks 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662940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B312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31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rule exists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435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prototypes audited this session, graded by evidence strength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8138160" cy="438912"/>
          </a:xfrm>
          <a:prstGeom prst="roundRect">
            <a:avLst>
              <a:gd name="adj" fmla="val 7292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" y="16276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vcostudiofinal.html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6276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{ meta, world, characters, scenes, render_manifest 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92440" y="1728216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C996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92440" y="17282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139696"/>
            <a:ext cx="8138160" cy="438912"/>
          </a:xfrm>
          <a:prstGeom prst="roundRect">
            <a:avLst>
              <a:gd name="adj" fmla="val 7292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" y="213969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VCSContinuityEngine1.jsx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13969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EMPTY_PROJECT { world_lock, shot_timeline, style_lock, … 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224028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C996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92440" y="224028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8138160" cy="438912"/>
          </a:xfrm>
          <a:prstGeom prst="roundRect">
            <a:avLst>
              <a:gd name="adj" fmla="val 7292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" y="2651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CINEFLOW Director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26517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CF-FORGE { world_lock, characters, shots, generation_prompts }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92440" y="2752344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C9962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2440" y="275234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163824"/>
            <a:ext cx="8138160" cy="438912"/>
          </a:xfrm>
          <a:prstGeom prst="roundRect">
            <a:avLst>
              <a:gd name="adj" fmla="val 7292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" y="316382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repo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316382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styleSeed, scenes, characters, script, worldBible }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92440" y="326440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C9962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92440" y="32644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675888"/>
            <a:ext cx="8138160" cy="438912"/>
          </a:xfrm>
          <a:prstGeom prst="roundRect">
            <a:avLst>
              <a:gd name="adj" fmla="val 7292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" y="36758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vcs15 (Firestore)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367588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database — firebase.ts, firestore.rules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2440" y="3776472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8C919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92440" y="377647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2793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3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mutually incompatible project shapes. They disagree on whether characters are an array or a keyed object, and on whether shots exist at all. None of them has takes.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740664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B312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74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 02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31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objects, kept apart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435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Shot, slot, plate and take — enforced by omission, not by convention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3977640" cy="1417320"/>
          </a:xfrm>
          <a:prstGeom prst="roundRect">
            <a:avLst>
              <a:gd name="adj" fmla="val 2258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7373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photographed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066544"/>
            <a:ext cx="3648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cast, props, intent, motion — and its takes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587752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sequence order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627632"/>
            <a:ext cx="3977640" cy="1417320"/>
          </a:xfrm>
          <a:prstGeom prst="roundRect">
            <a:avLst>
              <a:gd name="adj" fmla="val 2258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7373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moment in the cut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2066544"/>
            <a:ext cx="3648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duration, transitions, the selected take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587752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cast, props, a plate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3209544"/>
            <a:ext cx="3977640" cy="1417320"/>
          </a:xfrm>
          <a:prstGeom prst="roundRect">
            <a:avLst>
              <a:gd name="adj" fmla="val 2258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3319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319272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" y="3648456"/>
            <a:ext cx="3648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layers, lens, blocking, master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" y="416966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audio, takes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3209544"/>
            <a:ext cx="3977640" cy="1417320"/>
          </a:xfrm>
          <a:prstGeom prst="roundRect">
            <a:avLst>
              <a:gd name="adj" fmla="val 2258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28032" y="3319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3319272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attempt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28032" y="3648456"/>
            <a:ext cx="3648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owns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key frames, verdict, usable ranges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828032" y="416966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place in the cut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662940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C99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31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shot, two moments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435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06, computed from the canonical graph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2587752" cy="1115568"/>
          </a:xfrm>
          <a:prstGeom prst="roundRect">
            <a:avLst>
              <a:gd name="adj" fmla="val 2869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700784"/>
            <a:ext cx="2587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40864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in the cut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1627632"/>
            <a:ext cx="2587752" cy="1115568"/>
          </a:xfrm>
          <a:prstGeom prst="roundRect">
            <a:avLst>
              <a:gd name="adj" fmla="val 2869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3552" y="1700784"/>
            <a:ext cx="2587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3273552" y="2340864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shots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44184" y="1627632"/>
            <a:ext cx="2587752" cy="1115568"/>
          </a:xfrm>
          <a:prstGeom prst="roundRect">
            <a:avLst>
              <a:gd name="adj" fmla="val 2869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44184" y="1700784"/>
            <a:ext cx="2587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6044184" y="2340864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87121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slots resolve to five shots because SHOT/S06_A appears twice. Reuse adds a moment to the cut; it does not fork the take history.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3419856"/>
            <a:ext cx="8138160" cy="1225296"/>
          </a:xfrm>
          <a:prstGeom prst="roundRect">
            <a:avLst>
              <a:gd name="adj" fmla="val 2612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547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slot may only select a take belonging to its own shot.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858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slot.take_matches_shot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11480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Cross-wiring is a compile error before it is a runtime one: object IDs are branded, so a ShotId cannot be passed where a SlotId belongs. 14 checks hold this shut.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740664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B312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74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 03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31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slot is already the request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435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Generate button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2763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slot is filled in, every input a vendor needs is already recorded. Compiling is a projection of state, not a new authoring step.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700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beat, fx cues, audio cues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992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cast, props, camera, motion intent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3284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328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master frame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657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locks, forbidden drift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986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EDNA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reference packages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VCS-15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15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continuity constraints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1627632"/>
            <a:ext cx="3108960" cy="3017520"/>
          </a:xfrm>
          <a:prstGeom prst="roundRect">
            <a:avLst>
              <a:gd name="adj" fmla="val 1061"/>
            </a:avLst>
          </a:prstGeom>
          <a:solidFill>
            <a:srgbClr val="24262C"/>
          </a:solidFill>
          <a:ln w="12700">
            <a:solidFill>
              <a:srgbClr val="B312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32120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D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GenerationRequest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1396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provider-neutral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06440" y="2523744"/>
            <a:ext cx="2560320" cy="0"/>
          </a:xfrm>
          <a:prstGeom prst="line">
            <a:avLst/>
          </a:prstGeom>
          <a:noFill/>
          <a:ln w="9525">
            <a:solidFill>
              <a:srgbClr val="3335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42432" y="2688336"/>
            <a:ext cx="26883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translate syntax. They never invent story or canon.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carries a hash, so a take traces to its inputs.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replaceable vendors, never the system of record.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740664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B312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74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 04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31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locks, not one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435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Blocking, master and canon. Passing one says nothing about the others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2587752" cy="2286000"/>
          </a:xfrm>
          <a:prstGeom prst="roundRect">
            <a:avLst>
              <a:gd name="adj" fmla="val 1400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048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Plate.approval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35915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approved where the figures stand. That is a composition decision.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" y="3410712"/>
            <a:ext cx="896112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C996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341071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73552" y="1627632"/>
            <a:ext cx="2587752" cy="2286000"/>
          </a:xfrm>
          <a:prstGeom prst="roundRect">
            <a:avLst>
              <a:gd name="adj" fmla="val 1400"/>
            </a:avLst>
          </a:prstGeom>
          <a:solidFill>
            <a:srgbClr val="24262C"/>
          </a:solidFill>
          <a:ln w="12700">
            <a:solidFill>
              <a:srgbClr val="B312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38144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38144" y="2048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Plate.masterFrame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438144" y="235915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EDNA rendered a production frame from that blocking. Separate act, separate lock.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38144" y="3410712"/>
            <a:ext cx="818388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B312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38144" y="3410712"/>
            <a:ext cx="8183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44184" y="1627632"/>
            <a:ext cx="2587752" cy="2286000"/>
          </a:xfrm>
          <a:prstGeom prst="roundRect">
            <a:avLst>
              <a:gd name="adj" fmla="val 1400"/>
            </a:avLst>
          </a:prstGeom>
          <a:solidFill>
            <a:srgbClr val="24262C"/>
          </a:solidFill>
          <a:ln w="12700">
            <a:solidFill>
              <a:srgbClr val="B312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08776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08776" y="2048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VisualPackage.approval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208776" y="2359152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set is approved as what the subject looks like, permanently.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08776" y="3410712"/>
            <a:ext cx="973836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B312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08776" y="3410712"/>
            <a:ext cx="973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4041648"/>
            <a:ext cx="8138160" cy="640080"/>
          </a:xfrm>
          <a:prstGeom prst="roundRect">
            <a:avLst>
              <a:gd name="adj" fmla="val 5000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151376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SLOT/S06_03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approved blocking and no master frame. </a:t>
            </a:r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VPKG/LIN_V1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still a candidate. Renders exist; canon does not.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740664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B312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74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LAW 05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31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Nineteen seconds is not a master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435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06 against the delivery gate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2377440" cy="1417320"/>
          </a:xfrm>
          <a:prstGeom prst="roundRect">
            <a:avLst>
              <a:gd name="adj" fmla="val 2258"/>
            </a:avLst>
          </a:prstGeom>
          <a:solidFill>
            <a:srgbClr val="24262C"/>
          </a:solidFill>
          <a:ln w="12700">
            <a:solidFill>
              <a:srgbClr val="B31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71907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31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591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20.0s target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6151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by 1.0s · tolerance 0.5s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1638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deliverable: false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blockers: 4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7307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that cannot be computed is a blocker, never a pass. Unspecified codec and loudness stay warnings until someone decides them.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1627632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is not finished. Four independent gates fail, and any one of them is enough to stop a final master. The gate is deterministic — a human can re-derive every verdict.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08960" y="2487168"/>
            <a:ext cx="5532120" cy="329184"/>
          </a:xfrm>
          <a:prstGeom prst="roundRect">
            <a:avLst>
              <a:gd name="adj" fmla="val 8333"/>
            </a:avLst>
          </a:prstGeom>
          <a:solidFill>
            <a:srgbClr val="1C1D21"/>
          </a:solidFill>
          <a:ln w="9525">
            <a:solidFill>
              <a:srgbClr val="B312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18688" y="248716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4871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runtime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24871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19.0s vs 20.0s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08960" y="2889504"/>
            <a:ext cx="5532120" cy="329184"/>
          </a:xfrm>
          <a:prstGeom prst="roundRect">
            <a:avLst>
              <a:gd name="adj" fmla="val 8333"/>
            </a:avLst>
          </a:prstGeom>
          <a:solidFill>
            <a:srgbClr val="1C1D21"/>
          </a:solidFill>
          <a:ln w="9525">
            <a:solidFill>
              <a:srgbClr val="B312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18688" y="288950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8895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slot has a selected take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2889504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of 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08960" y="3291840"/>
            <a:ext cx="5532120" cy="329184"/>
          </a:xfrm>
          <a:prstGeom prst="roundRect">
            <a:avLst>
              <a:gd name="adj" fmla="val 8333"/>
            </a:avLst>
          </a:prstGeom>
          <a:solidFill>
            <a:srgbClr val="1C1D21"/>
          </a:solidFill>
          <a:ln w="9525">
            <a:solidFill>
              <a:srgbClr val="B312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18688" y="329184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32918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shot has a master frame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291840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of 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08960" y="3694176"/>
            <a:ext cx="5532120" cy="329184"/>
          </a:xfrm>
          <a:prstGeom prst="roundRect">
            <a:avLst>
              <a:gd name="adj" fmla="val 8333"/>
            </a:avLst>
          </a:prstGeom>
          <a:solidFill>
            <a:srgbClr val="1C1D21"/>
          </a:solidFill>
          <a:ln w="9525">
            <a:solidFill>
              <a:srgbClr val="B312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18688" y="369417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6941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canon approved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94176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unapproved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08960" y="4096512"/>
            <a:ext cx="5532120" cy="329184"/>
          </a:xfrm>
          <a:prstGeom prst="roundRect">
            <a:avLst>
              <a:gd name="adj" fmla="val 8333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18688" y="409651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40965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analysed through the cut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09651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1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of 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818388" cy="237744"/>
          </a:xfrm>
          <a:prstGeom prst="roundRect">
            <a:avLst>
              <a:gd name="adj" fmla="val 19231"/>
            </a:avLst>
          </a:prstGeom>
          <a:solidFill>
            <a:srgbClr val="1C1D21"/>
          </a:solidFill>
          <a:ln w="9525">
            <a:solidFill>
              <a:srgbClr val="C99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8183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C99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LAW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31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laws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true until VCO records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2763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return patches. One writer applies them.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51560" y="1883664"/>
            <a:ext cx="5303520" cy="0"/>
          </a:xfrm>
          <a:prstGeom prst="line">
            <a:avLst/>
          </a:prstGeom>
          <a:noFill/>
          <a:ln w="6350">
            <a:solidFill>
              <a:srgbClr val="3335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920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Shot, slot, plate and take stay separate.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17627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omission, not by convention.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51560" y="2432304"/>
            <a:ext cx="5303520" cy="0"/>
          </a:xfrm>
          <a:prstGeom prst="line">
            <a:avLst/>
          </a:prstGeom>
          <a:noFill/>
          <a:ln w="6350">
            <a:solidFill>
              <a:srgbClr val="3335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slot is already the request.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72491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Generate. Compiling is a projection.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51560" y="2980944"/>
            <a:ext cx="5303520" cy="0"/>
          </a:xfrm>
          <a:prstGeom prst="line">
            <a:avLst/>
          </a:prstGeom>
          <a:noFill/>
          <a:ln w="6350">
            <a:solidFill>
              <a:srgbClr val="3335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017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Blocking, master and canon are three locks.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27355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one says nothing about the others.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51560" y="3529584"/>
            <a:ext cx="5303520" cy="0"/>
          </a:xfrm>
          <a:prstGeom prst="line">
            <a:avLst/>
          </a:prstGeom>
          <a:noFill/>
          <a:ln w="6350">
            <a:solidFill>
              <a:srgbClr val="3335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1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566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is not finished.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8221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blocker stops a master. Uncomputable is a blocker.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46520" y="1371600"/>
            <a:ext cx="2194560" cy="1207008"/>
          </a:xfrm>
          <a:prstGeom prst="roundRect">
            <a:avLst>
              <a:gd name="adj" fmla="val 2652"/>
            </a:avLst>
          </a:prstGeom>
          <a:solidFill>
            <a:srgbClr val="1C1D21"/>
          </a:solidFill>
          <a:ln w="9525">
            <a:solidFill>
              <a:srgbClr val="3335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01968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it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601968" y="17922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D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suite:selfcheck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D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suite:scene06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33425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conformance checks. The law is executable, not aspirational.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Hollywood by HG — The Studio Law</dc:title>
  <dc:subject>PptxGenJS Presentation</dc:subject>
  <dc:creator>Hollywood by HG</dc:creator>
  <cp:lastModifiedBy>Hollywood by HG</cp:lastModifiedBy>
  <cp:revision>1</cp:revision>
  <dcterms:created xsi:type="dcterms:W3CDTF">2026-09-26T15:12:29Z</dcterms:created>
  <dcterms:modified xsi:type="dcterms:W3CDTF">2026-09-26T15:12:29Z</dcterms:modified>
</cp:coreProperties>
</file>